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CBD0-2BE4-25E3-6700-E18B018E4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3B792-8661-D26F-EEA0-B7C85B6C7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E25D-3AAE-2587-BF08-327DF7C2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20F40-0F45-E3EA-285B-998DC0F0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FC34D-5ACF-FC3F-8357-2E8AD54B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0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54B8-B868-7E37-3646-066E0B5D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0F9A6-7E06-6FEA-3D84-66BBF168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E9929-67FF-D250-06D5-CB276730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53573-BA37-EDDB-739D-6886CAFF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DC91A-50F0-9469-2BF9-DFF998C5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1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E29B-458C-DA87-CC1A-970066DB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4A879-7C84-7110-3699-E4694157E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C3AB4-582D-FBEF-7899-BD26228D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AF56F-2BB0-6A5E-97B2-3137F162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7EFD-D12D-0F8D-461B-E915A4F0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8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1A27-A41B-3AA0-AD4A-21420025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E8CBF-CB94-D604-3AE3-917D2B372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E1CAC-F7F8-231F-2FAB-F6E1AFDF3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6CD9D-123A-640B-F467-C067CA98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731D2-AAA8-990F-7E7E-116C8E0E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BF3CB-B1AA-E55F-565B-8F9678D8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9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47F1-FB51-5F6C-E5C3-177573AB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D9936-ECF0-CD53-EE7B-0689A3FD8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13902-0F8E-6AE2-5B1C-754B798FE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9CFEE-AAB8-6C75-D54A-C95662D15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C6601-2508-1802-3CC1-88186C1CD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CB537-86C4-2249-2597-782B0159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590F7F-1F79-0BA4-0B36-4B55F7D6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9A768-B188-B5A9-DAA5-12A6451C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2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1A64-E5F0-C93B-8A42-BDA2F4CCD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A80DC-B6DF-2406-635E-DFF2448D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22F98-D55E-C2EF-5E50-117D67B2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5BB7F-9DCC-2A1F-0EA0-6E2DC8A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6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6ABA9-B704-389E-00DD-8F691634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FD337-542B-FF48-D0BC-A581A901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A7A92-DDBA-B6B7-AA45-93185309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4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29B1-3B79-C539-4722-F1056A71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C9D66-A4D8-6371-6E1C-3F3B3CC6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F6700-AE10-F241-860A-3F4F94830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5D644-2122-93B6-F357-5551ED46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E9505-13B6-1EE2-C711-BE4C0922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5E511-6E56-B8A8-CF8E-6217BE4D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0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555D-9A11-7FC9-9D21-AAFBFCAC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693CC-C33A-F9E0-B829-4AB2A5664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A0834-2E93-D0E9-EA30-4B50BF24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A6AD4-329F-D13D-A78D-EBE80A51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14356-5D32-0FBF-4AA1-BE85F3C6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AC3CB-BA5C-3976-03BF-223EF231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6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2E47-8B90-8762-4F59-D8A6C04E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1ED2F-EB40-2467-176D-AE0E742BF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C6EAB-C51D-FD18-1A54-6830794C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DCA82-BC6D-0AF3-E894-CEEB1023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4A51E-8811-4F36-5FB4-8D125250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7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7D407-3FD8-7383-265C-2EDB5033C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433AF-AA85-4589-AC12-A037732D9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A4E7-C0CB-983D-76FF-600CCD5C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E1C8-24D5-FF14-3478-D77D0634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D9C9-1ABE-6F51-7F59-F319F992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4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F68B5-176B-7192-64B5-C72FC017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C90A2-CF80-2F36-01DF-607E412A1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F251B-C07E-DDC8-E7F2-1C9401F2D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794B-8D57-4ACC-9577-D4D84BBD8019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5B60-C06F-7DBB-D676-C91AD0B49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6A9F-33E0-2F64-12AD-1AAF3F5A4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F7B84-FF69-4FAA-ABD0-CDE6C9729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A3A0B316-12A0-A4CD-E4DB-3CFD538CD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764" y="1082401"/>
            <a:ext cx="2295525" cy="1724025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62918E-C3D5-527C-8BE3-BD17B763F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58" y="1082402"/>
            <a:ext cx="2295525" cy="1724025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5724A32E-B815-3E71-EDD3-51FBEA815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760" y="1082402"/>
            <a:ext cx="2295525" cy="1724025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BDD7A589-4D3B-031F-7A22-C0B2C38AC7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62" y="1082401"/>
            <a:ext cx="2295525" cy="1724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EE64CF-AA35-6C0D-ECFF-3E66D83B7DF8}"/>
              </a:ext>
            </a:extLst>
          </p:cNvPr>
          <p:cNvSpPr txBox="1"/>
          <p:nvPr/>
        </p:nvSpPr>
        <p:spPr>
          <a:xfrm>
            <a:off x="783458" y="2878932"/>
            <a:ext cx="217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a) TrapMaze-v1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E7656-9D5A-53C5-C1D9-4890D71C8633}"/>
              </a:ext>
            </a:extLst>
          </p:cNvPr>
          <p:cNvSpPr txBox="1"/>
          <p:nvPr/>
        </p:nvSpPr>
        <p:spPr>
          <a:xfrm>
            <a:off x="3475231" y="2878933"/>
            <a:ext cx="1984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b) An expert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EB60D-210A-98DA-8178-CE96326810D4}"/>
              </a:ext>
            </a:extLst>
          </p:cNvPr>
          <p:cNvSpPr txBox="1"/>
          <p:nvPr/>
        </p:nvSpPr>
        <p:spPr>
          <a:xfrm>
            <a:off x="6092146" y="2878932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c) A shortcut path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BAD1EF-FED6-5CCE-4FDE-A68AFC48324A}"/>
              </a:ext>
            </a:extLst>
          </p:cNvPr>
          <p:cNvSpPr txBox="1"/>
          <p:nvPr/>
        </p:nvSpPr>
        <p:spPr>
          <a:xfrm>
            <a:off x="8606335" y="2878932"/>
            <a:ext cx="211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d) Alternative paths</a:t>
            </a:r>
          </a:p>
        </p:txBody>
      </p:sp>
      <p:pic>
        <p:nvPicPr>
          <p:cNvPr id="21" name="Picture 20" descr="A comparison of a color spectrum&#10;&#10;AI-generated content may be incorrect.">
            <a:extLst>
              <a:ext uri="{FF2B5EF4-FFF2-40B4-BE49-F238E27FC236}">
                <a16:creationId xmlns:a16="http://schemas.microsoft.com/office/drawing/2014/main" id="{3AB2E2B4-47B0-98E4-F880-93720766F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9"/>
          <a:stretch>
            <a:fillRect/>
          </a:stretch>
        </p:blipFill>
        <p:spPr>
          <a:xfrm>
            <a:off x="722758" y="3320769"/>
            <a:ext cx="2295525" cy="1972048"/>
          </a:xfrm>
          <a:prstGeom prst="rect">
            <a:avLst/>
          </a:prstGeom>
        </p:spPr>
      </p:pic>
      <p:pic>
        <p:nvPicPr>
          <p:cNvPr id="23" name="Picture 22" descr="A comparison of a color image&#10;&#10;AI-generated content may be incorrect.">
            <a:extLst>
              <a:ext uri="{FF2B5EF4-FFF2-40B4-BE49-F238E27FC236}">
                <a16:creationId xmlns:a16="http://schemas.microsoft.com/office/drawing/2014/main" id="{E81321A0-17BB-BDA7-9A76-9C506D202E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9"/>
          <a:stretch>
            <a:fillRect/>
          </a:stretch>
        </p:blipFill>
        <p:spPr>
          <a:xfrm>
            <a:off x="3319759" y="3320769"/>
            <a:ext cx="2295525" cy="1973285"/>
          </a:xfrm>
          <a:prstGeom prst="rect">
            <a:avLst/>
          </a:prstGeom>
        </p:spPr>
      </p:pic>
      <p:pic>
        <p:nvPicPr>
          <p:cNvPr id="25" name="Picture 2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F2EED06E-4A4E-4331-D3DA-333F5CF8CF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9"/>
          <a:stretch>
            <a:fillRect/>
          </a:stretch>
        </p:blipFill>
        <p:spPr>
          <a:xfrm>
            <a:off x="5916762" y="3320770"/>
            <a:ext cx="2295525" cy="1972047"/>
          </a:xfrm>
          <a:prstGeom prst="rect">
            <a:avLst/>
          </a:prstGeom>
        </p:spPr>
      </p:pic>
      <p:pic>
        <p:nvPicPr>
          <p:cNvPr id="27" name="Picture 26" descr="A comparison of a gradient&#10;&#10;AI-generated content may be incorrect.">
            <a:extLst>
              <a:ext uri="{FF2B5EF4-FFF2-40B4-BE49-F238E27FC236}">
                <a16:creationId xmlns:a16="http://schemas.microsoft.com/office/drawing/2014/main" id="{69A4BF85-D6F3-6BF3-65CE-36C52C6256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79"/>
          <a:stretch>
            <a:fillRect/>
          </a:stretch>
        </p:blipFill>
        <p:spPr>
          <a:xfrm>
            <a:off x="8513764" y="3319534"/>
            <a:ext cx="2295525" cy="197328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4D48560-9EAF-E015-3CAB-2A28151C8AD9}"/>
              </a:ext>
            </a:extLst>
          </p:cNvPr>
          <p:cNvSpPr txBox="1"/>
          <p:nvPr/>
        </p:nvSpPr>
        <p:spPr>
          <a:xfrm>
            <a:off x="1061642" y="5292817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e) Our method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5FBAF2-6835-FFCB-2800-EB69B9A503F1}"/>
              </a:ext>
            </a:extLst>
          </p:cNvPr>
          <p:cNvSpPr txBox="1"/>
          <p:nvPr/>
        </p:nvSpPr>
        <p:spPr>
          <a:xfrm>
            <a:off x="4014064" y="5292817"/>
            <a:ext cx="90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f) SASR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9D268-19DB-FB85-19A7-230711AD2C11}"/>
              </a:ext>
            </a:extLst>
          </p:cNvPr>
          <p:cNvSpPr txBox="1"/>
          <p:nvPr/>
        </p:nvSpPr>
        <p:spPr>
          <a:xfrm>
            <a:off x="6547876" y="5292817"/>
            <a:ext cx="1033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g) MERIT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3B7E77-02E6-3AD4-57CB-D1B3049EB2F9}"/>
              </a:ext>
            </a:extLst>
          </p:cNvPr>
          <p:cNvSpPr txBox="1"/>
          <p:nvPr/>
        </p:nvSpPr>
        <p:spPr>
          <a:xfrm>
            <a:off x="9213455" y="5292817"/>
            <a:ext cx="89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h) GAIL</a:t>
            </a:r>
          </a:p>
        </p:txBody>
      </p:sp>
    </p:spTree>
    <p:extLst>
      <p:ext uri="{BB962C8B-B14F-4D97-AF65-F5344CB8AC3E}">
        <p14:creationId xmlns:p14="http://schemas.microsoft.com/office/powerpoint/2010/main" val="372795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Xia</dc:creator>
  <cp:lastModifiedBy>Stephen Xia</cp:lastModifiedBy>
  <cp:revision>4</cp:revision>
  <dcterms:created xsi:type="dcterms:W3CDTF">2026-01-01T22:48:36Z</dcterms:created>
  <dcterms:modified xsi:type="dcterms:W3CDTF">2026-01-01T22:59:43Z</dcterms:modified>
</cp:coreProperties>
</file>